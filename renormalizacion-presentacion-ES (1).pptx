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 · SCOPE, VELLORE · 6 DE AGOSTO DE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Teoría de la Renormalización en la Inteligencia Cuántica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Unificando la física, la IA y los sistemas inteligentes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Saravana Prakash Thirumuruganandham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Investigación y Desarrollo, SIT Health y SMART CO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Catalina Aldaz y Av. Portugal, Quito, Ecuador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saravana@sit.health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5029200" cy="0"/>
          </a:xfrm>
          <a:prstGeom prst="line">
            <a:avLst/>
          </a:prstGeom>
          <a:noFill/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2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Ignora el ruido. Aléjate. Concéntrate en lo que importa.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 HISTÓRICO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Cincuenta años del grupo de renormalización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renormalización fue el avance que volvió manejable a la teoría cuántica de campos a fines de la década de 1940.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grupo de renormalización sigue siendo una herramienta central para el desarrollo teórico desde entonces.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físico Dmitry Shirkov, pionero del campo junto a Nikolái Bogoliúbov, ha documentado esta historia de primera mano.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polinomio simple ilustra la idea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0.01x⁴ + 0.1x² + 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x = 1, todos los términos contribuyen de forma similar — f(1) ≈ 1.11.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x = 100, el término x⁴ supera el 1.000.000, mientras el resto casi no cuenta.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Vistos a gran escala, el término x⁴ domina por completo — los demás se pueden ignorar.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CÚBITS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cúbit es la unidad fundamental de la información cuántica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superposición es un estado especial en el que puede estar un cúbit.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cúbit no es lo mismo que una superposición.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cúbit puede estar en superposición — pero no tiene que estarlo.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45720" cy="57607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529584"/>
            <a:ext cx="9601200" cy="576072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9584"/>
            <a:ext cx="9235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superposición es una propiedad de los cúbits. No todos los cúbits están en superposición.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cuántico general de un cúbit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= α|0⟩ + β|1⟩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cúbit nunca puede estar entrelazado — el entrelazamiento siempre requiere dos o más cúbits.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entrelazamiento es una propiedad de un sistema de cúbits, no de uno individual.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combinado de dos (o más) cúbits no puede escribirse como el producto de sus estados individuales.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estado de Bell entrelazado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437376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6163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= 1/√2 · (|00⟩ + |11⟩)   (entrelazamiento)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estado no puede factorizarse en dos estados independientes de un cúbit — eso es justamente lo que lo hace entrelazado.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gato está vinculado al átomo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 🧪 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541264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|no desintegrado, vivo⟩ = |0⟩|0⟩ = |00⟩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5413248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18688"/>
            <a:ext cx="5138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|desintegrado, muerto⟩ = |1⟩|1⟩ = |11⟩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85616"/>
            <a:ext cx="3877056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85616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= 1/√2 · (|00⟩ + |11⟩)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43984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gato encerrado en una caja, junto con un pequeño átomo radiactivo.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átomo se desintegra, libera veneno y el gato muere.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átomo no se desintegra, el gato permanece vivo.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6007608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6007608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007608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separar esto en un estado de “solo el átomo” y otro de “solo el gato” — están vinculados.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¿Cuándo entra en juego el entrelazamiento?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estado de Bell, que cumple la prueba de entrelazamiento máximo — no puede escribirse como un producto.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átomo revela de inmediato el estado del gato.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átomo se mide como desintegrado (1) → el gato está muerto (1).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átomo no está desintegrado (0) → el gato está vivo (0).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13632"/>
            <a:ext cx="45720" cy="108813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913632"/>
            <a:ext cx="9601200" cy="1088136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13632"/>
            <a:ext cx="923544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medir, el átomo y el gato están en un estado compartido, mixto y entrelazado. Después de medir, todo el sistema colapsa a |00⟩ o a |11⟩. El entrelazamiento actúa antes de medir, no después.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hace especial al entrelazamiento?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solo de incertidumbre — se trata de que dos sistemas sean incierto juntos.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uno depende del estado del otro, aunque ambos estén indefinidos individualmente.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alejar la mirada (GR) simplifica a un gato cuántico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átomo es un cúbit.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gato es un sistema macroscópico, pero se trata como acoplado al cúbit.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gato está hecho de N ~ 10²⁷ átomos → 2^N posibles configuraciones cuánticas.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529584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9584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totalmente entrelazado a esta escala es matemáticamente imposible de manejar sin simplificarlo.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importa 2^N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 comprime esta información en una variable macroscópica — de nuevo dos amplitudes, un estado efectivo comprimido.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50 cúbits → 2⁵⁰ ≈ 1,13 × 10¹⁵ amplitudes — ya imposible de almacenar en una computadora normal.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= 300 cúbits, el espacio de Hilbert es mayor que el número de átomos en el universo observable.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GR comprime la información en una variable macroscópica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98755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abrumador volumen de datos microscópicos (cada átomo del gato).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solo las variables efectivas (como vivo/muerto).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las computadoras cuánticas simulen sistemas grandes y realistas.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52344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Componente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Sistema del gato cuántico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Computadora cuántica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Detalles microscópicos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10²⁷ cúbits atómicos en el gato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2^N cúbits físicos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Determinar vivo / muerto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Predecir el resultado final / la medición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Simular todo: demasiado difícil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Simular todos los cúbits: memoria exponencial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Rastrear solo “desintegrado o no” → “vivo/muerto”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Rastrear solo la estructura de entrelazamiento (p. ej., MPS)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del 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 macroscópico (muerto/vivo)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cuántico comprimido (MPS/QTT)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60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Comprimiendo amplitudes con redes tensoriales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 comprime estas 2^N amplitudes enfocándose en las correlaciones dominantes (la estructura de entrelazamiento) y en variables efectivas, en lugar de rastrear cada amplitud.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MPS (Estados de Producto Matricial) o TTN (Redes Tensoriales de Árbol): 2^N amplitudes → O(N·D²), donde D es una dimensión de enlace pequeña.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Detección de anomalías en ECG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entrenar una IA para clasificar anomalías en un ECG, usas una ventana de promedio móvil para reducir el número de puntos de entrenamiento. ¿Qué principio se aplica aquí?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sobreajuste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Renormalización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 de señal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de características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ancho de banda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renormalización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Simplificas el sistema agrupando valores cercanos y eliminando las pequeñas fluctuaciones — es decir, aplicando coarse-graining (granulado grueso) a los datos.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coarse-graining, visualizado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011680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011680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17904" y="2011680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10512" y="2011680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2011680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04288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" y="2304288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2304288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17904" y="2304288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10512" y="2304288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103120" y="2304288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596896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" y="2596896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25296" y="2596896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17904" y="2596896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2596896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103120" y="2596896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2889504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" y="2889504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25296" y="2889504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17904" y="2889504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10512" y="2889504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03120" y="2889504"/>
            <a:ext cx="128016" cy="128016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67004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</a:rPr>
              <a:t>→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3401568" y="2011680"/>
            <a:ext cx="292608" cy="2926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2" name="Shape 30"/>
          <p:cNvSpPr/>
          <p:nvPr/>
        </p:nvSpPr>
        <p:spPr>
          <a:xfrm>
            <a:off x="3858768" y="2011680"/>
            <a:ext cx="292608" cy="2926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3" name="Shape 31"/>
          <p:cNvSpPr/>
          <p:nvPr/>
        </p:nvSpPr>
        <p:spPr>
          <a:xfrm>
            <a:off x="3401568" y="2468880"/>
            <a:ext cx="292608" cy="2926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4" name="Shape 32"/>
          <p:cNvSpPr/>
          <p:nvPr/>
        </p:nvSpPr>
        <p:spPr>
          <a:xfrm>
            <a:off x="3858768" y="2468880"/>
            <a:ext cx="292608" cy="2926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6576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puntos cercanos, promédialos y conserva solo el patrón que sobrevive a mayor escala.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60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del grupo de renormalización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proceso es un flujo de GR: eliminas las fluctuaciones de corto alcance (alta frecuencia) y te concentras en el comportamiento de largo alcance (baja frecuencia) — exactamente la idea detrás del GR en física.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Datos de una microrred solar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ingeniero agrupa cada 60 minutos de datos en valores promedio para enfocarse en patrones macro de una microrred solar. Este enfoque es conceptualmente equivalente 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Runge–Kutta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wavelet multinivel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Grupo de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a la frecuencia de Nyquist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en autovalores de la matriz de covarianza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Optimización de redes neuronales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método reduce las características redundantes capa por capa y conserva solo los patrones dominantes en cada escala. Esta estrategia se parece 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de Newton–Raphson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Sobremuestreo convolucional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Grupo de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Simplificación de Naive Bayes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por dropout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Compresión semántica de video, al estilo GR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comprimir video con un algoritmo que va más allá de la compresión píxel por píxel, hacia una compresión a nivel semántico.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los cuadros en bloques de 16×16.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características con una CNN.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PCA o SVD para descartar los modos de baja energía.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 cómo se degrada la calidad.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4297680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compresión jerárquica es conceptualmente parecida al GR: elimina el ruido a pequeña escala y conserva la estructura a mayor escala.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Ventas y logística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 y Logística están entrelazadas: si Ventas aumenta, Logística se estresa. En vez de modelar las 1.000 rutas de venta, te enfocas solo en 3 cuellos de botella logísticos dominantes. Esta simplificación se parece más 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por fuerza bruta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profundo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de creencias bayesiana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Deriva de preferencias del consumidor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645152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= α|comprar⟩ + β|no comprar⟩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Modelas a cada consumidor como un cúbit. Con el tiempo, las preferencias cambian por la influencia de las recomendaciones (entrelazamiento con el estado del sistema). Aplicar el GR te ayuda a: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4472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el entrelazamiento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3447288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34472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Colapsar el estado del usuario más rápido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1605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solo las influencias dominantes, como precio, emoción y momento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41605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41605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cada clic como una puerta cuántica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Marketing a gran escala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IA de marketing rastrea a 100 millones de clientes, cada uno con 1.000 variables. Un modelo inspirado en el GR agrupa a los usuarios por patrones emergentes y comprime el tamaño de entrada. Este enfoque: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el modelo más lento pero más detallado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 pérdida de información a nivel local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sobreajuste y mejora la generalización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el número de parámetros de entrenamiento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la física tuvo que alejar la mirada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B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construir un sistema de IA que tiene que fijarse en cada detalle: cada píxel, cada variable, cada entrada de sensor. En algún momento el sistema se ve abrumado. Necesitas una forma de alejar la mirada, enfocarte en lo que importa e ignorar el resto. Eso es exactamente lo que enfrentaron los físicos en la década de 1940, cuando la teoría cuántica de campos empezó a dar respuestas infinitas. Inventaron algo radical: la renormalización — una forma de alejar la mirada sin perder el sentido. Hoy veremos cómo esa misma lógica puede hacer que la IA cuántica sea más inteligente, más rápida y más escalable.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Demasiado ruido, muy poca claridad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B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demasiada información, demasiado ruido, demasiado sucediendo a la vez — se vuelve difícil, o imposible, encontrar lo que realmente importa. Necesitamos atajos: renormalización, compresión, alejar la mirada o filtrar.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templo a la red tensorial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de un templo antiguo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332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0" y="16916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🕸️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0624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mandala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804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589520" y="16916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68096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tensorial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templo tiene capas de complejidad, pero su idea central es simple: del caos a la claridad. Su plano geométrico usa patrones simétricos y por capas — un mandala que filtra el ruido y crea un espacio ordenado. Como un mapa que comprime la complejidad de un templo en algo comprensible, esto se parece mucho a la renormalización. Los nodos por capas de una red neuronal imitan cómo la IA aprende patrones, y una red tensorial es una forma estructurada de reducir sistemas cuánticos complejos para la IA cuántica.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892040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92040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estructuras también filtran, comprimen y alejan la mirada — igual que la planta de un templo, o la renormalización en física.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60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conservación de bosques, vista a través de la renormalización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🌳🦌🐅🛰️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de conservar un bosque rastreando cada hoja es abrumador.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cuando alejas la mirada, detectas patrones y te enfocas en las escalas correctas, proteges todo el sistema — de forma inteligente, eficiente y significativa.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renormalización. En los bosques, en la física o en la 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Monitoreo de selva tropical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Abrumados por datos de millones de árboles, especies y sensores climáticos, unos conservacionistas adoptan una estrategia de “alejar la mirada” centrada en indicadores a gran escala: clasificación de zonas, monitoreo de especies seleccionadas y absorción agregada de CO₂. ¿Cuál describe mejor este enfoque?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por regresión lineal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Renormalización o reducción de dimensionalidad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Amplificación profunda de características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Agotamiento localizado de biodiversidad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aleatorio sin reemplazo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Ciencia de datos clásica vs. pensamiento inspirado en la renormalización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F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Ciencia de datos clásica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343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todos los datos disponibles.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grandes con cientos de variables.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patrones en el conjunto de datos completo.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196596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194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Enfoque inspirado en la renormalización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743200"/>
            <a:ext cx="4343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en la física: descarta las fluctuaciones a pequeña escala, se centra en el comportamiento efectivo.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Enfatiza la escala, la jerarquía y los patrones emergentes.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solo las variables más relevantes, en la escala correcta.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Enfoque clásico vs. de renormalización, lado a lado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Problema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Enfoque clásico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Enfoque de renormalización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Maldición de la dimensionalidad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 datos exponencialmente más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con menos variables, a la escala correcta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sobreajuste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(más características → más ruido ajustado)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(solo queda la estructura central)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del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u O(n³) en sistemas grandes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n), o modelos de tiempo constante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Entropía e información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Entropía alta, señal-ruido baja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Entropía menor, mayor densidad de información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Pobre — con cuellos de botella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— escala a sistemas grandes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renormalización como PCA, matemáticamente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Matemáticamente, la renormalización actúa como el Análisis de Componentes Principales (PCA) o el filtrado de Fourier — proyectando los datos sobre los estados base que más importan.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ML clásico: 100 variables → tamaño del modelo = O(100²) = 10.000.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ML cuántico renormalizado: se usan estados entrelazados, conservando solo la estructura tensorial de bajo rango.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ahorro enorme, tanto en cómputo como en reducción de ruido.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conserva — y qué descarta — cada enfoque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ciencia de datos clásica memoriza el ruido. La renormalización encuentra la estructura — ahorrando millones de cálculos y conservando solo lo que realmente gobierna el sistema.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 EN BRUTO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 variables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~ O(1000²) = 1.000.000 operaciones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EEAD4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69280" y="274320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 LA RENORMALIZACIÓN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variables efectivas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O(5²) = 25 operaciones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60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misma idea, cuantificada</a:t>
            </a:r>
            <a:endParaRPr lang="en-US" sz="2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Método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¿Usa todas las variables?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¿Sobreajusta?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¿Generaliza?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Costo computacional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Ciencia de datos clásica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menudo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o peor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 de renormalización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filtra el ruido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o bajo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93522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bruto: 1.000 variables → ~O(1000²) = 1.000.000 operaciones. Tras la renormalización: 3–5 variables efectivas → O(5²) = 25 operaciones. Eso es aproximadamente una compresión de 40.000×, conservando la estructura que gobierna el sistema.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60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 DE ESTUDIO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de estudio: modelar la altura de los árboles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Supongamos que estás modelando la altura de los árboles en un bosque.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Recolectas datos de 10.000 árboles.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altura depende de los nutrientes del suelo (X₁), la luz solar (X₂) y la lluvia (X₃)…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…más otras 997 variables de sensores, de X₄ a X₁₀₀₀.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13632"/>
            <a:ext cx="45720" cy="57607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913632"/>
            <a:ext cx="9601200" cy="576072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13632"/>
            <a:ext cx="9235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X₁–X₃ realmente importan. El resto es ruido o irrelevante.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ENFOQUE CLÁSICO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enfoque clásico de ciencia de datos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85232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010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AlturaÁrbol = f(X₁, X₂, …, X₁₀₀₀) + 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intenta usar las 1.000 características.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ajustarse al ruido en X₄–X₁₀₀₀.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entre O(n²) y O(n³) cálculos, con n = 1.000 características.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sobreajusta y no logra generalizar.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ENFOQUE DE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estrategia inspirada en la renormalización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Alejar la mirada / reducir dimensiones: usa PCA, análisis de Fourier o intuición física para identificar solo las 3 variables que gobiernan el sistema, o combínalas en 1–2 variables efectivas: Z₁ = 0,5X₁ + 0,3X₂ + 0,2X₃.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Modela solo el comportamiento efectivo: AlturaÁrbol ≈ g(Z₁).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145536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45536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 O(3²) = 9 operaciones, frente a O(1000²) = 1.000.000+. Sin sobreajuste, y mejor generalización entre zonas y regiones.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LA 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lo clásico memoriza el ruido, y el GR encuentra la estructura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F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el ML clásico memoriza el ruido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343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 clásico trata todas las dimensiones de entrada por igual.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muchas son irrelevantes o están débilmente correlacionadas, igual construye superficies de decisión complejas usándolas.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“se ajusta a los datos de entrenamiento”, pero aprende patrones que no generalizan — memoriza el ruido.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196596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194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la renormalización encuentra la estructura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743200"/>
            <a:ext cx="4343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que la naturaleza funciona en distintas escalas.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rastrear cada detalle, pregunta: ¿qué combinación de entradas realmente controla el sistema?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 los datos en subespacios significativos y de baja dimensión — como en PCA, el flujo de GR y las redes tensoriales.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PORCENTAJE DE REDUCCIÓN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Porcentaje de reducción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 de aprendizaje automático usa originalmente 1.000 variables de entrada, con una complejidad de O(1000²). Tras una reducción inspirada en la renormalización, usa solo 5 variables efectivas. ¿Cuál es la reducción porcentual aproximada en operaciones?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99,9975%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PORCENTAJE DE REDUCCIÓN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Haciendo el cálculo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157216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Antes: 1000² = 1.000.000 operaciones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4133088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95728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Después: 5² = 25 operaciones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8485632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8211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Reducción = (1.000.000 − 25) / 1.000.000 = 0,999975 = 99,9975%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66744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la respuesta: 99,9975%.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60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RAZONAMIENTO ANALÍTICO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Razonamiento analítico: predecir la altura de los árboles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Investigadores que estudian una selva tropical descubren que la altura de los árboles puede predecirse eficazmente usando solo tres variables agregadas: lluvia, luz solar y nutrientes del suelo. ¿Cuál explica mejor esta decisión de modelado?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evitando el sobreajuste aplicando dropout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usando k-means para reducir el tamaño de la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B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aplicando renormalización para extraer la estructura efectiva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eliminando el sesgo con regularización L1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mejorando la interpretabilidad con bosques aleatorios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1B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005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EA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aplicando renormalización para extraer la estructura efectiva.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60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RAZONAMIENTO MATEMÁTICO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Razonamiento matemático: reducir el costo 10.000 veces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el costo computacional de un modelo proporcional al cuadrado del número de variables: Costo = O(n²). ¿Qué reducción de variables recorta el costo en un factor mayor a 10.000?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500 variables a 100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1.000 variables a 50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1.000 variables a 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1.000 variables a 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200 variables a 20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RAZONAMIENTO MATEMÁTICO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Haciendo el cálculo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1000² / 5² = 1.000.000 / 25 = 40.000 &gt; 10.000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32888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1.000 variables a 5 supera el umbral de 10.000×.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Simulación de calor en un material complejo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−k∇T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ingeniero simula la difusión de calor en un material compuesto con una malla de 1000×1000 — 1 millón de nodos.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tiene 10 propiedades (temperatura, conductividad, presión, etc.), gobernadas por ecuaciones como el Método de Elementos Finitos.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13048"/>
            <a:ext cx="98755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clásico intenta simular cada nodo y cada variable.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crece como O(n²) o peor.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clúster de computación de alto rendimiento (HPC).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Costoso, lento y difícil de interpretar.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Ingeniería inspirada en la renormalización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36976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Q_ef = −k_ef ∇T_macro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simular cada nodo, agrupa regiones con comportamiento similar (coarse-graining).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 macro-zonas — regiones con gradientes de temperatura similares.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una conductividad efectiva k_ef y un flujo de calor macro Q_ef.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modelado multiescala u homogeneización.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4572000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malla gruesa de 10×10 en lugar de 1000×1000 conserva el comportamiento clave — el costo de simulación baja de O(10⁶) a O(10²).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FEM/CFD clásico vs. ingeniería inspirada en la renormalización</a:t>
            </a:r>
            <a:endParaRPr lang="en-US" sz="2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Característica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FEM/CFD clásico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Inspirado en la renormalización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simulados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 macro-nodos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O(k²), con k ≪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solución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o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 interpretable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Difícil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Leyes macro claras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para multiescala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De 1.000.000 de nodos a 100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ingeniero modela el flujo de calor con 1 millón de nodos y luego cambia a un modelo inspirado en la renormalización con solo 100 macro-nodos. Suponiendo que el costo es proporcional al cuadrado del número de nodos, ¿cuál es la reducción aproximada en operaciones?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1.000.000×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caos microscópico al conocimiento macroscópico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B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ingeniería computacional, la renormalización ayuda a simplificar grandes simulaciones al identificar parámetros efectivos en la escala correcta. Permite a los ingenieros pasar del caos microscópico al conocimiento macroscópico — con un ahorro computacional enorme.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rápida · Detección de sepsis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IA hospitalaria entrenada para detectar sepsis temprana usa inicialmente 300 señales por paciente y luego las comprime en 5 variables latentes, conservando el 97 % del poder predictivo. Esto se parece 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decisión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grupo de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t-SNE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</a:t>
            </a:r>
            <a:pPr indent="0" marL="0">
              <a:buNone/>
            </a:pPr>
            <a:r>
              <a:rPr lang="en-US" sz="12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45720" cy="108813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5020056"/>
            <a:ext cx="9601200" cy="1088136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20056"/>
            <a:ext cx="923544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renormalización no es solo para la física cuántica — puede ser la base de una startup médica de nueva generación que maneje grandes datos de salud, se enfoque en patrones emergentes y entregue IA interpretable y escalable.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/ 60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Modelado de reacción en cadena de suministro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Fábricas, centros logísticos y minoristas se comportan como osciladores.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retraso o interrupción en un nodo afecta a toda la cadena (el efecto látigo).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de monitoreo de salud estructural (SHM) ayudan a predecir la oscilación del inventario y modelar la resiliencia.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529584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9584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la optimización de la cadena de suministro de Amazon, Walmart y los vehículos eléctricos de Tesla.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Amazon: oscilaciones de la cadena de suministro y propagación de la demanda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dinámica de sistemas y modelos acoplados para gestionar el inventario entre centros de distribución, los retrasos y efectos en cadena en la logística, y la respuesta de la demanda del cliente en el tiempo.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cadenas de osciladores: una interrupción en un nodo (un centro de entrega) se propaga hacia afuera.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145536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45536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renormalización agrega la demanda por región o categoría para evitar la sobrecarga computacional.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Quiénes ya usan esta lógica</a:t>
            </a:r>
            <a:endParaRPr lang="en-US" sz="2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Empresa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Qué hace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DeepMind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la teoría del grupo de renormalización para escalar redes neuronales (p. ej., AlphaFold, AlphaGo).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Quantum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la renormalización en redes tensoriales para comprimir circuitos cuánticos.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Palantir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 datos de bajo nivel en patrones macro — la misma lógica que la renormalización.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modelos de mercado a nivel de zona para simplificar la planificación de oferta y demanda.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teoría a la frontera de la investigación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B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 de renormalización hoy sostiene programas de investigación y productos en computación cuántica, biotecnología e infraestructura de IA.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LABORATORIOS DE INVESTIGACIÓN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Perimeter Institute Quantum Intelligence Lab (PIQuIL)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 de investigación de PIQuIL abarca dispositivos cuánticos, redes neuronales para la corrección de errores cuánticos y representaciones eficientes de funciones de onda cuánticas.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investigadores también estudian la relación entre el aprendizaje profundo y las transiciones de fase, entre otros modelos cuánticos.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del laboratorio combina una profunda experiencia en inteligencia cuántica, educación y asociaciones con la industria.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Multiverse Computing (España / Canadá)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Multiverse Computing aplica compresión inspirada en la cuántica a varias líneas de producto — mostrado en varios ejemplos en la presentación original.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834640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GR: usan Estados de Producto Matricial (MPS) y estructuras tipo DMRG — herramientas formales de GR de la física cuántica.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DeepMind (Alphabet / Google)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y otros modelos de IA basados en la física usan representaciones jerárquicas que imitan el flujo de GR a través de escalas de energía o espaciales.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" cy="83210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834640"/>
            <a:ext cx="9601200" cy="832104"/>
          </a:xfrm>
          <a:prstGeom prst="rect">
            <a:avLst/>
          </a:prstGeom>
          <a:solidFill>
            <a:srgbClr val="3A2E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E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GR: transformaciones de escala implícitas codifican leyes físicas a través de escalas biológicas — desde el aminoácido, hasta la estructura, hasta la dinámica.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· SCHRÖDINGER INC. · QCWARE — MATERIALES Y DESCUBRIMIENTO DE FÁRMACOS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coarse-graining en el panorama de la investigación</a:t>
            </a:r>
            <a:endParaRPr lang="en-US" sz="2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Proveedor / enfoque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Recurso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Jerarquía tipo GR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Schrödinger / NVIDIA (industrial)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de la plataforma de simulación de grano grueso (CG)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Electrónico → atomístico → mesoescala → macro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QCWare (interacciones cuánticas)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 sobre interacciones intermoleculares de grano grueso en procesadores cuánticos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electrónica de grano grueso vía algoritmos cuánticos variacionales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 et al. (2008)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método formal de grano grueso multiescala que conecta modelos atomísticos y 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Proyección rigurosa / ajuste de conjuntos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— CGnets (2019)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modelo de energía libre de grano grueso basado en aprendizaje profundo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Fuerzas gruesas aprendidas que aproximan el comportamiento atomístico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Husic et al.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Grano grueso con redes neuronales de grafos que aprende representaciones y dinámicas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jerárquico aprendido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Lyu &amp; Lei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Dinámica molecular de grano grueso basada en ML con funciones de memoria de Mori–Zwanzig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Proyección que conserva términos de memoria de muchos cuerpos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47141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GR: las aproximaciones jerárquicas reducen el costo de cómputo mientras preservan la precisión química.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/ 60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Startups que aplican prácticas similares al GR</a:t>
            </a:r>
            <a:endParaRPr lang="en-US" sz="2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Startup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Dominio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Práctica similar al GR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Fusión de datos biomédicos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Comprime historiales clínicos y datos genómicos en representaciones latentes (variables efectivas).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oncología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datos genéticos y clínicos de alta dimensión a escalas predictivas útiles.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Qure.ai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Radiología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 características jerárquicas de imágenes de cerebro/tórax, evitando el ruido local de píxeles.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teoría del GR, traducida al lenguaje comercial</a:t>
            </a:r>
            <a:endParaRPr lang="en-US" sz="2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Teoría del GR (física)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Equivalente comercial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Coarse-graining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Reducción de dimensionalidad / PCA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de 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Abstracción de características por capas (redes neuronales)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fijos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Fenotipos de enfermedad / resultados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relevantes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Biomarcadores / patrones macro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DMRG / 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Compresión tensorial en ML cuántico / 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hilo conductor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B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cúbits a los bosques, de los hospitales a las cadenas de suministro, la misma jugada sigue funcionando: aléjate, descarta lo que no gobierna el sistema y conserva solo las variables que sí lo hacen.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debate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2026-08-06T14:21:12Z</dcterms:created>
  <dcterms:modified xsi:type="dcterms:W3CDTF">2026-08-06T14:21:12Z</dcterms:modified>
</cp:coreProperties>
</file>